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6" r:id="rId3"/>
    <p:sldId id="258" r:id="rId4"/>
    <p:sldId id="259" r:id="rId5"/>
    <p:sldId id="260" r:id="rId6"/>
    <p:sldId id="261" r:id="rId7"/>
    <p:sldId id="274" r:id="rId8"/>
    <p:sldId id="262" r:id="rId9"/>
    <p:sldId id="271" r:id="rId10"/>
    <p:sldId id="272" r:id="rId11"/>
    <p:sldId id="273" r:id="rId12"/>
    <p:sldId id="267" r:id="rId13"/>
    <p:sldId id="268" r:id="rId14"/>
    <p:sldId id="269" r:id="rId15"/>
    <p:sldId id="270" r:id="rId16"/>
    <p:sldId id="27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BCD38-3B3F-4E44-8936-77FFA0F0427A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F43C3-184E-4AB7-B63B-4F07B6BCF1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206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7AFA4-8736-A2FE-CA33-9F4BA970B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251B92-DDE5-4947-B440-1402CF4D9E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6C764C-6F87-3CB6-42B3-8972AFF18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9E128-1684-5E9E-DDB3-1264951AFE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F43C3-184E-4AB7-B63B-4F07B6BCF1C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822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F43C3-184E-4AB7-B63B-4F07B6BCF1C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601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F9CA7-0EEE-F68E-DC1E-498AC707F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BCD56B-8603-FA04-E0B3-F5BCA29201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BB3DAE-9C85-2E77-F404-D7C674B0E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92DE7-086E-9626-09DB-A91D7DB035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F43C3-184E-4AB7-B63B-4F07B6BCF1C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632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EB8FB-8507-0446-C2A5-673E242FE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70FA65-149F-444F-5EA4-4727160E0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DB03E4-2D3F-AC67-34AA-7DA33574F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E9DA9-7A4C-0F75-BB01-3AAD37D3D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F43C3-184E-4AB7-B63B-4F07B6BCF1C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189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C2C57-5D8A-8CA9-B356-21490A685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C064CA-612F-AD47-82FC-D136DEEDA5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A9F671-5E69-807E-1228-87EA5B817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22A6F-09BD-7CE3-EBF4-3F99BF184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F43C3-184E-4AB7-B63B-4F07B6BCF1C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901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F43C3-184E-4AB7-B63B-4F07B6BCF1C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370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06678"/>
          </a:xfrm>
        </p:spPr>
        <p:txBody>
          <a:bodyPr>
            <a:no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Automation using Selenium with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9573"/>
            <a:ext cx="8229600" cy="3756589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Presentation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Puneeth Kondlapudi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Course/Internship: Python Automation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I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7BE8F-B9E8-2D39-CC11-A3D26C396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73793-7D44-C49A-F3EE-C9926380D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42885"/>
          </a:xfrm>
        </p:spPr>
        <p:txBody>
          <a:bodyPr>
            <a:no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71D78-2EC5-B335-96BD-8E121ACB3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43665"/>
            <a:ext cx="8229600" cy="5161935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Framework Architecture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Test Output – Screenshots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Output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561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7239"/>
            <a:ext cx="8382000" cy="4525963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testing of web applications is time-consuming, repetitive, and error-prone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testing across multiple browsers and user flows requires significant effort.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testers may miss edge cases or introduce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inconsistencies between test runs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complex web applications, 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is a need for an automated, reliable, and maintainable testing framework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automates the end-to-end testing of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BStackDemo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(bstackdemo.com) an e-commerce web application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1657"/>
            <a:ext cx="8229600" cy="5236343"/>
          </a:xfrm>
        </p:spPr>
        <p:txBody>
          <a:bodyPr>
            <a:no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Selenium-based automation framework using Python and the Page Object Model (POM)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key user flows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Login, Product Search, Add to Cart, Checkout, Shipping, and Receipt Download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BasePage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 to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reusable Selenium methods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access locators easily.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data-driven testing by reading test data from Excel files (xlsx)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detailed HTML test reports and capture screenshots on failure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structured logging for traceability and debugging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parallel test execution using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pytest-xdist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17406"/>
            <a:ext cx="8229600" cy="4525963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Language: Python 3.14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Tool: Selenium WebDriver (Chrome)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Framework: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-html for HTML reports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Execution: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pytest-xdist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(-n flag for multi-worker runs)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Pattern: Page Object Model (POM) with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BasePage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inheritance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Source: Excel (xlsx)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 and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openpyxl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Logging: Python logging module with file-based log output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PyCharm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Framework</a:t>
            </a: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2B6ABA6-B86E-49AB-5956-12F2C4C529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1213" y="1320781"/>
            <a:ext cx="6941574" cy="52625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3E8FB-7391-B22E-5E96-7E79486CE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788E2-BAB5-4BE6-E462-DA95964BD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30F5A8-8BA1-8F58-1997-E773CC864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84439" y="1218768"/>
            <a:ext cx="4975122" cy="553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391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Browser launches via conftest.py fixture (Chrome,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maximised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window)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Test data is loaded from Excel (data/test_data.xlsx) using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ExcelReader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Login: Navigate to bstackdemo.com → Select username/password → Click login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Product Search: Enter product name → Click search → Wait for results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Add to Cart: Click add-to-cart button → Wait for cart sidebar to appear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Checkout: Click checkout button in cart → Proceed to shipping page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Shipping Details: Fill first name, last name, address, province, postal code → Continue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Download Receipt: Click download → Validate receipt file exists in Downloads folder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Results: HTML report generated, logs saved, screenshots captured on failure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701B3-A4D1-D734-87F2-5E2B92F75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5B54B-0316-32ED-9841-81A020C56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Output – Screenshots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409E42-D39B-636C-D37E-FFD5C4B605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600200"/>
            <a:ext cx="795646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183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8B617-F04A-BCDE-9C31-D6AF25C90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91F73-90CE-CB6F-65CB-2D47BAFDF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Output – Screenshots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D919B41-7FC1-31C1-2A5E-AE6A274446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75648" y="1600200"/>
            <a:ext cx="7592703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208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55390-351A-BAD1-263C-23F9A523A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2E210-3AD2-E9AD-AA5A-3AF225792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Output – Screenshots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05F4F1-7B01-8765-413A-4796DA2FC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Failed Screenshot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028EEC-A0ED-003B-B336-161BCBC3A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32" y="2162337"/>
            <a:ext cx="7762568" cy="442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594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Test Cases: 7</a:t>
            </a:r>
          </a:p>
          <a:p>
            <a:pPr lvl="1"/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test_login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(parameterized, 2 data sets) — Validates login with multiple users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test_product_search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Verifies product search functionality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test_add_to_cart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Validates adding a product to the cart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test_checkout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Tests the checkout flow from cart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test_shipping_details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Verifies entering complete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shippin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test_download_receipt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Downloads and validates the order receipt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execution supported via: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test_stackdemo.py -n2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tests pass with HTML report and log file generated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elements: Dropdown selections required explicit waits for options to render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 issues: Replacing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time.sleep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with explicit waits needed careful tuning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Floating cart sidebar: The checkout button inside the cart was not immediately clickable after adding a product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test flakiness: Running tests concurrently (-n2) caused occasional timeouts due to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network speeds.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BasePage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robust wait helpers and increased timeouts for network-dependent operations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Cross-browser testing: Add support for Firefox, Edge, and Safari using WebDriver Manager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reporting: Replace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-html with Allure for richer, interactive test reports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load performance: Add performance metrics collection during test runs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Testcases: Add additional testcases to go for deeper evaluation.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Marking : Adding Marking to run specific testcases for easy access.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built an end-to-end Selenium automation framework using Python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the Page Object Model with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BasePage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clean, maintainable, and reusable code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7 test cases covering the full e-commerce user journey on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BStackDemo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data-driven testing, structured logging, HTML reporting, and failure screenshots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supports parallel execution and uses explicit waits for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reliabil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7EFD3B-BA25-A521-837F-C3C151F39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468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810</Words>
  <Application>Microsoft Office PowerPoint</Application>
  <PresentationFormat>On-screen Show (4:3)</PresentationFormat>
  <Paragraphs>89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Web Automation using Selenium with Python</vt:lpstr>
      <vt:lpstr>Contents</vt:lpstr>
      <vt:lpstr>Problem Statement</vt:lpstr>
      <vt:lpstr>Project Objectives</vt:lpstr>
      <vt:lpstr>Tools and Technologies Used</vt:lpstr>
      <vt:lpstr>Automation Framework Architecture</vt:lpstr>
      <vt:lpstr>Project Workflow</vt:lpstr>
      <vt:lpstr>Project Workflow</vt:lpstr>
      <vt:lpstr>Project Test Output – Screenshots</vt:lpstr>
      <vt:lpstr>Project Test Output – Screenshots</vt:lpstr>
      <vt:lpstr>Project Test Output – Screenshots</vt:lpstr>
      <vt:lpstr>Project Output</vt:lpstr>
      <vt:lpstr>Challenges Faced</vt:lpstr>
      <vt:lpstr>Future Enhancements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Badveli Sridhar Reddy</cp:lastModifiedBy>
  <cp:revision>13</cp:revision>
  <dcterms:created xsi:type="dcterms:W3CDTF">2013-01-27T09:14:16Z</dcterms:created>
  <dcterms:modified xsi:type="dcterms:W3CDTF">2026-03-11T05:13:56Z</dcterms:modified>
  <cp:category/>
</cp:coreProperties>
</file>